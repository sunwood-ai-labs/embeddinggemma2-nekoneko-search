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de109af224c01" /><Relationship Type="http://schemas.openxmlformats.org/officeDocument/2006/relationships/extended-properties" Target="/docProps/app.xml" Id="Rec93726c85bf4e1f" /><Relationship Type="http://schemas.openxmlformats.org/officeDocument/2006/relationships/officeDocument" Target="/ppt/presentation.xml" Id="Rc2bd5e60d6a2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8d47559514b7b"/>
  </p:sldMasterIdLst>
  <p:notesMasterIdLst>
    <p:notesMasterId xmlns:r="http://schemas.openxmlformats.org/officeDocument/2006/relationships" r:id="R15d7e18f62c648f8"/>
  </p:notesMasterIdLst>
  <p:sldIdLst>
    <p:sldId xmlns:r="http://schemas.openxmlformats.org/officeDocument/2006/relationships" id="256" r:id="Raeb2bd0e4bad4b46"/>
    <p:sldId xmlns:r="http://schemas.openxmlformats.org/officeDocument/2006/relationships" id="257" r:id="Rd6e9783880e34f48"/>
    <p:sldId xmlns:r="http://schemas.openxmlformats.org/officeDocument/2006/relationships" id="258" r:id="Rc5854fb977c14571"/>
    <p:sldId xmlns:r="http://schemas.openxmlformats.org/officeDocument/2006/relationships" id="259" r:id="R71588a9ce11f4d38"/>
    <p:sldId xmlns:r="http://schemas.openxmlformats.org/officeDocument/2006/relationships" id="260" r:id="R98a6db1e31fc4af7"/>
    <p:sldId xmlns:r="http://schemas.openxmlformats.org/officeDocument/2006/relationships" id="261" r:id="R5fee0513974241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fa5ee0a2644a41" /><Relationship Type="http://schemas.openxmlformats.org/officeDocument/2006/relationships/slideMaster" Target="/ppt/slideMasters/slideMaster1.xml" Id="Reeb8d47559514b7b" /><Relationship Type="http://schemas.openxmlformats.org/officeDocument/2006/relationships/notesMaster" Target="/ppt/notesMasters/notesMaster1.xml" Id="R15d7e18f62c648f8" /><Relationship Type="http://schemas.openxmlformats.org/officeDocument/2006/relationships/presProps" Target="/ppt/presProps.xml" Id="Rf443467e97df41d7" /><Relationship Type="http://schemas.openxmlformats.org/officeDocument/2006/relationships/tableStyles" Target="/ppt/tableStyles.xml" Id="Rbedfdd972e6240d9" /><Relationship Type="http://schemas.openxmlformats.org/officeDocument/2006/relationships/slide" Target="/ppt/slides/slide1.xml" Id="Raeb2bd0e4bad4b46" /><Relationship Type="http://schemas.openxmlformats.org/officeDocument/2006/relationships/slide" Target="/ppt/slides/slide2.xml" Id="Rd6e9783880e34f48" /><Relationship Type="http://schemas.openxmlformats.org/officeDocument/2006/relationships/slide" Target="/ppt/slides/slide3.xml" Id="Rc5854fb977c14571" /><Relationship Type="http://schemas.openxmlformats.org/officeDocument/2006/relationships/slide" Target="/ppt/slides/slide4.xml" Id="R71588a9ce11f4d38" /><Relationship Type="http://schemas.openxmlformats.org/officeDocument/2006/relationships/slide" Target="/ppt/slides/slide5.xml" Id="R98a6db1e31fc4af7" /><Relationship Type="http://schemas.openxmlformats.org/officeDocument/2006/relationships/slide" Target="/ppt/slides/slide6.xml" Id="R5fee0513974241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6bb177ae4a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a511c16154fb2" /><Relationship Type="http://schemas.openxmlformats.org/officeDocument/2006/relationships/notesMaster" Target="/ppt/notesMasters/notesMaster1.xml" Id="R7d406f73b284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0a54bbb79147c0" /><Relationship Type="http://schemas.openxmlformats.org/officeDocument/2006/relationships/notesMaster" Target="/ppt/notesMasters/notesMaster1.xml" Id="Rb4f137f808d7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15eeefd654005" /><Relationship Type="http://schemas.openxmlformats.org/officeDocument/2006/relationships/notesMaster" Target="/ppt/notesMasters/notesMaster1.xml" Id="R94aa92fd629e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19baadfbbf4098" /><Relationship Type="http://schemas.openxmlformats.org/officeDocument/2006/relationships/notesMaster" Target="/ppt/notesMasters/notesMaster1.xml" Id="R42c5f9977e6649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6abb5fa5e2496b" /><Relationship Type="http://schemas.openxmlformats.org/officeDocument/2006/relationships/notesMaster" Target="/ppt/notesMasters/notesMaster1.xml" Id="Rce03825ae6d7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bc374d9544436" /><Relationship Type="http://schemas.openxmlformats.org/officeDocument/2006/relationships/notesMaster" Target="/ppt/notesMasters/notesMaster1.xml" Id="Rdae25b533cab42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9a530e5ba48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c465853e844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8e73b524449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1f54cb74849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358f2241d42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3ac6f57f94a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355215-0BEF-4D66-8363-A1B285CA3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CB363D-C29E-4F67-9AA3-12A279D9CA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0E3A12-DD7B-4154-B7CD-744CD75A0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8E2C0-1E28-42F4-8C1B-62FCFE81A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38C159-F5E6-41B1-B86A-169DC9E45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B165AE-6E29-45F5-B2C3-4E2C7D976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E1C4D3-BA05-4641-9AFE-B6EE99594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E71A6E-330A-41A5-940B-568C7BA800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9F7C50-A8AD-40E5-95E1-AEEA2EF49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0267D7-8925-417D-95A5-1BEEDF4554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b0030974124849" /><Relationship Type="http://schemas.openxmlformats.org/officeDocument/2006/relationships/slideLayout" Target="/ppt/slideLayouts/slideLayout1.xml" Id="R56f68703a4034ef9" /><Relationship Type="http://schemas.openxmlformats.org/officeDocument/2006/relationships/slideLayout" Target="/ppt/slideLayouts/slideLayout2.xml" Id="Ra3c81467917a4393" /><Relationship Type="http://schemas.openxmlformats.org/officeDocument/2006/relationships/slideLayout" Target="/ppt/slideLayouts/slideLayout3.xml" Id="R9ef504ee4ee3409d" /><Relationship Type="http://schemas.openxmlformats.org/officeDocument/2006/relationships/slideLayout" Target="/ppt/slideLayouts/slideLayout4.xml" Id="R990741b3a9c44a64" /><Relationship Type="http://schemas.openxmlformats.org/officeDocument/2006/relationships/slideLayout" Target="/ppt/slideLayouts/slideLayout5.xml" Id="Rf5c5d5b500594c4e" /><Relationship Type="http://schemas.openxmlformats.org/officeDocument/2006/relationships/slideLayout" Target="/ppt/slideLayouts/slideLayout6.xml" Id="R191094e94db945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68703a4034ef9"/>
    <p:sldLayoutId xmlns:r="http://schemas.openxmlformats.org/officeDocument/2006/relationships" id="2147483650" r:id="Ra3c81467917a4393"/>
    <p:sldLayoutId xmlns:r="http://schemas.openxmlformats.org/officeDocument/2006/relationships" id="2147483651" r:id="R9ef504ee4ee3409d"/>
    <p:sldLayoutId xmlns:r="http://schemas.openxmlformats.org/officeDocument/2006/relationships" id="2147483652" r:id="R990741b3a9c44a64"/>
    <p:sldLayoutId xmlns:r="http://schemas.openxmlformats.org/officeDocument/2006/relationships" id="2147483653" r:id="Rf5c5d5b500594c4e"/>
    <p:sldLayoutId xmlns:r="http://schemas.openxmlformats.org/officeDocument/2006/relationships" id="2147483654" r:id="R191094e94db945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debfc838e448a" /><Relationship Type="http://schemas.openxmlformats.org/officeDocument/2006/relationships/notesSlide" Target="/ppt/notesSlides/notesSlide1.xml" Id="R99c5da6740614e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1259c2c974152" /><Relationship Type="http://schemas.openxmlformats.org/officeDocument/2006/relationships/notesSlide" Target="/ppt/notesSlides/notesSlide2.xml" Id="R12c33d39360c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59320aed24c0c" /><Relationship Type="http://schemas.openxmlformats.org/officeDocument/2006/relationships/notesSlide" Target="/ppt/notesSlides/notesSlide3.xml" Id="Rcdf568a9b8404d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7dfb7bd124327" /><Relationship Type="http://schemas.openxmlformats.org/officeDocument/2006/relationships/notesSlide" Target="/ppt/notesSlides/notesSlide4.xml" Id="R0f40d8d89d2549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945a47a444adc" /><Relationship Type="http://schemas.openxmlformats.org/officeDocument/2006/relationships/notesSlide" Target="/ppt/notesSlides/notesSlide5.xml" Id="R1544af46bda342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51dc28a8f4a7b" /><Relationship Type="http://schemas.openxmlformats.org/officeDocument/2006/relationships/notesSlide" Target="/ppt/notesSlides/notesSlide6.xml" Id="Re821a369b0c7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51188-149E-47F1-9959-1AFBD61E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rPr>
              <a:t>NEKONEKO INDUSTRY / INTERNAL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1CBE9-B92F-4E38-841A-21AE9B4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rPr>
              <a:t>2026年 第4四半期リリース計画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38EA7-AA74-4940-8255-509A49C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ネコネコインダストリー株式会社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6C682-1451-4CDC-BE55-BA69F5B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計画基準日 2026年10月10日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B66B8-A7EB-4965-942C-D505C05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製品開発部の担当 斑目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08D87-1454-412C-9664-1E64CB57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本資料の会社、計画、金額は全て架空です。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AE266-8B61-4AEA-8F60-985761E6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rPr>
              <a:t>全て架空の社内資料  |  基準日 2026-10-10  |  S-PLAN  |  1 / 6</a:t>
            </a:r>
          </a:p>
        </p:txBody>
      </p:sp>
    </p:spTree>
    <p:extLst>
      <p:ext uri="{BB962C8B-B14F-4D97-AF65-F5344CB8AC3E}">
        <p14:creationId xmlns:p14="http://schemas.microsoft.com/office/powerpoint/2010/main" val="803739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8DBF7-C1A4-43FB-A6B9-0ACFC17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rPr>
              <a:t>NEKONEKO INDUSTRY / INTERNAL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1C60A-F440-4D97-B0C3-8EB8669B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rPr>
              <a:t>W3交換フィルターの供給計画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CD272-3C0F-4311-A9DC-29B2B55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交換部品 FLT-W3-02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33DC6-D972-4D03-8659-FD542731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発注予定数量 2,000個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0EB44-65A6-40F2-8CCD-7E2976E7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納品予定日 2026年10月21日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14693-1F9F-4884-8267-9187EE23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担当 購買部の縞田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19D57-070E-48C6-954D-D94B721A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顧客向けの推奨交換は30日ごと。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C8F22-3040-4A4B-B0C7-92107BB3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rPr>
              <a:t>全て架空の社内資料  |  基準日 2026-10-10  |  S-PLAN  |  2 / 6</a:t>
            </a:r>
          </a:p>
        </p:txBody>
      </p:sp>
    </p:spTree>
    <p:extLst>
      <p:ext uri="{BB962C8B-B14F-4D97-AF65-F5344CB8AC3E}">
        <p14:creationId xmlns:p14="http://schemas.microsoft.com/office/powerpoint/2010/main" val="597944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13502-A9A5-4714-89ED-EEDEFFC0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rPr>
              <a:t>NEKONEKO INDUSTRY / INTERNAL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9837-75EC-4E42-8C59-A19C42A7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rPr>
              <a:t>F2改善品の発売判断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01AA5-92D7-49B2-921D-D88437E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発売判断会議 2026年11月5日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F207D-B676-4E0A-877E-7B28089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判定対象 改善候補20台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1476B-0860-43FA-922D-8933639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音の基準 45dBA以下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26B1-3076-47CB-81E9-94B0D562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QI-041の原因は未確定。試験で確認して判断する。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274E2-B951-48B8-B08A-4E91A166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rPr>
              <a:t>全て架空の社内資料  |  基準日 2026-10-10  |  S-PLAN  |  3 / 6</a:t>
            </a:r>
          </a:p>
        </p:txBody>
      </p:sp>
    </p:spTree>
    <p:extLst>
      <p:ext uri="{BB962C8B-B14F-4D97-AF65-F5344CB8AC3E}">
        <p14:creationId xmlns:p14="http://schemas.microsoft.com/office/powerpoint/2010/main" val="1199658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70B0D-15A2-468B-AA4F-70B3FF0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rPr>
              <a:t>NEKONEKO INDUSTRY / INTERNAL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49157-12D2-42FC-ACED-7764BCE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rPr>
              <a:t>C1ソフトウェアの更新予定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55025-3217-49F0-BF7C-D3FF282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対象バージョン 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10949-12E6-44EC-9CBC-461B7DC0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社内ベータ開始 2026年10月28日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7C0CF-13E4-460B-AFA7-311FCE68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一般公開予定 2026年11月12日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22A8D-6E49-4EBF-BCA8-276CF5F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担当 製品開発部の斑目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4B1B3-9B5E-49E5-A811-1A1B24A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予定はテスト結果によって変更する。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B078-0AB8-4B59-8D13-FE3A25E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rPr>
              <a:t>全て架空の社内資料  |  基準日 2026-10-10  |  S-PLAN  |  4 / 6</a:t>
            </a:r>
          </a:p>
        </p:txBody>
      </p:sp>
    </p:spTree>
    <p:extLst>
      <p:ext uri="{BB962C8B-B14F-4D97-AF65-F5344CB8AC3E}">
        <p14:creationId xmlns:p14="http://schemas.microsoft.com/office/powerpoint/2010/main" val="1654348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32CC-13BB-497D-9939-2991620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rPr>
              <a:t>NEKONEKO INDUSTRY / INTERNAL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22CB9-33E3-4920-B9A9-7C0620B4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rPr>
              <a:t>第4四半期の開発予算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E864A-1523-4F78-B061-E1989D26AABD}"/>
              </a:ext>
            </a:extLst>
          </p:cNvPr>
          <p:cNvGraphicFramePr/>
          <p:nvPr/>
        </p:nvGraphicFramePr>
        <p:xfrm>
          <a:off xmlns:a="http://schemas.openxmlformats.org/drawingml/2006/main" x="952500" y="2190750"/>
          <a:ext xmlns:a="http://schemas.openxmlformats.org/drawingml/2006/main" cx="9810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05375"/>
                <a:gridCol w="4905375"/>
              </a:tblGrid>
              <a:tr h="6477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</a:t>
                      </a:r>
                    </a:p>
                  </a:txBody>
                  <a:tcPr marL="91440" marR="91440" marT="45720" marB="45720">
                    <a:solidFill>
                      <a:srgbClr val="143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 円</a:t>
                      </a:r>
                    </a:p>
                  </a:txBody>
                  <a:tcPr marL="91440" marR="91440" marT="45720" marB="45720">
                    <a:solidFill>
                      <a:srgbClr val="143F3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F2改善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1800000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W3供給準備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900000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C1更新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1500000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合計</a:t>
                      </a:r>
                    </a:p>
                  </a:txBody>
                  <a:tcPr marL="91440" marR="91440" marT="45720" marB="45720">
                    <a:solidFill>
                      <a:srgbClr val="E0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43B36"/>
                          </a:solidFill>
                          <a:latin typeface="Yu Gothic"/>
                          <a:ea typeface="Yu Gothic"/>
                          <a:cs typeface="Yu Gothic"/>
                        </a:rPr>
                        <a:t>4200000</a:t>
                      </a:r>
                    </a:p>
                  </a:txBody>
                  <a:tcPr marL="91440" marR="91440" marT="45720" marB="45720">
                    <a:solidFill>
                      <a:srgbClr val="E0EEE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26230-4FFA-4346-8252-A2EE7F2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rPr>
              <a:t>全て架空の社内資料  |  基準日 2026-10-10  |  S-PLAN  |  5 / 6</a:t>
            </a:r>
          </a:p>
        </p:txBody>
      </p:sp>
    </p:spTree>
    <p:extLst>
      <p:ext uri="{BB962C8B-B14F-4D97-AF65-F5344CB8AC3E}">
        <p14:creationId xmlns:p14="http://schemas.microsoft.com/office/powerpoint/2010/main" val="1555115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74FE3-FA8E-4633-9031-FB7E5F5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D766E"/>
                </a:solidFill>
                <a:latin typeface="Yu Gothic"/>
                <a:ea typeface="Yu Gothic"/>
                <a:cs typeface="Yu Gothic"/>
              </a:rPr>
              <a:t>NEKONEKO INDUSTRY / INTERNAL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B8787-ED5F-4257-859C-6313A572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43F35"/>
                </a:solidFill>
                <a:latin typeface="Yu Gothic"/>
                <a:ea typeface="Yu Gothic"/>
                <a:cs typeface="Yu Gothic"/>
              </a:rPr>
              <a:t>W3供給不足への備え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C6BEF-A0AB-494E-ABFA-7AC0FFD2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予備在庫の目標 300個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AD781-4D38-49A0-8230-71D2146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品切れの許容日数 0日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E64A3-F37C-4451-BDB2-20FA0C8A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担当 購買部の縞田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1656-05D0-4B50-99C0-616A8F5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B36"/>
                </a:solidFill>
                <a:latin typeface="Yu Gothic"/>
                <a:ea typeface="Yu Gothic"/>
                <a:cs typeface="Yu Gothic"/>
              </a:rPr>
              <a:t>10月21日の入荷遅延が判明したら営業へ当日連絡する。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47CA8-7274-4DCB-A6E4-B0FBCBEE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76E63"/>
                </a:solidFill>
                <a:latin typeface="Yu Gothic"/>
                <a:ea typeface="Yu Gothic"/>
                <a:cs typeface="Yu Gothic"/>
              </a:rPr>
              <a:t>全て架空の社内資料  |  基準日 2026-10-10  |  S-PLAN  |  6 / 6</a:t>
            </a:r>
          </a:p>
        </p:txBody>
      </p:sp>
    </p:spTree>
    <p:extLst>
      <p:ext uri="{BB962C8B-B14F-4D97-AF65-F5344CB8AC3E}">
        <p14:creationId xmlns:p14="http://schemas.microsoft.com/office/powerpoint/2010/main" val="607328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2026-10-10T02:03:06.8490000Z</dcterms:created>
  <dcterms:modified xsi:type="dcterms:W3CDTF">2026-10-10T02:03:06.8490000Z</dcterms:modified>
</coreProperties>
</file>